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109728" cy="5303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deckjsx Sample Report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41832" y="16459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JSX authoring, compiler IR, and PPTX output in one small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3139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3063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3429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$12.4M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170432" y="3977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+18% YoY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82440" y="2834640"/>
            <a:ext cx="3139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8472" y="3063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Retention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38472" y="3429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94%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538472" y="3977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+3 pts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50480" y="2834640"/>
            <a:ext cx="3139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6512" y="3063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Pipeline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06512" y="3429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$31M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7906512" y="3977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2.5x coverage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0" y="6400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90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Write slides as typed TSX instead of imperative drawing calls.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2633472"/>
            <a:ext cx="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7980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81635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Use View, Text, Shape, and CSS-like style objects for layout.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3941064"/>
            <a:ext cx="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1056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4123944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Emit PPTX through the pptxgenjs backend, then convert externally when PDF fidelity is required.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41280" y="6400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deckjsx Sample Report</dc:title>
  <dc:subject>PptxGenJS Presentation</dc:subject>
  <dc:creator>deckjsx</dc:creator>
  <cp:lastModifiedBy>deckjsx</cp:lastModifiedBy>
  <cp:revision>1</cp:revision>
  <dcterms:created xsi:type="dcterms:W3CDTF">2026-05-14T16:19:11Z</dcterms:created>
  <dcterms:modified xsi:type="dcterms:W3CDTF">2026-05-14T16:19:11Z</dcterms:modified>
</cp:coreProperties>
</file>