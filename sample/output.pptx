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deckjsx npm smoke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2103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81912"/>
            <a:ext cx="3860431" cy="1591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Published package generated slide 1 /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30863" y="1581912"/>
            <a:ext cx="3217025" cy="1591056"/>
          </a:xfrm>
          <a:prstGeom prst="round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47625" dist="26941" dir="18900000">
              <a:srgbClr val="0F172A">
                <a:alpha val="2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deckjsx npm smoke test</dc:title>
  <dc:subject>PptxGenJS Presentation</dc:subject>
  <dc:creator>deckjsx</dc:creator>
  <cp:lastModifiedBy>deckjsx</cp:lastModifiedBy>
  <cp:revision>1</cp:revision>
  <dcterms:created xsi:type="dcterms:W3CDTF">2026-05-18T04:18:31Z</dcterms:created>
  <dcterms:modified xsi:type="dcterms:W3CDTF">2026-05-18T04:18:31Z</dcterms:modified>
</cp:coreProperties>
</file>